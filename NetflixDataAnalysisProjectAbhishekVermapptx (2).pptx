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  <p:embeddedFont>
      <p:font typeface="Inter"/>
      <p:regular r:id="rId25"/>
    </p:embeddedFont>
    <p:embeddedFont>
      <p:font typeface="Inter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7925"/>
            <a:ext cx="78618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Netflix Data Analysis Project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9743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Name: </a:t>
            </a:r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Abhishek Verma , Avinash Kumar Gupta , Aditya Yadav 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3805714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Course: Bachelor of Computer Application (BCA)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531399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University: Shri Ramswaroop Memorial University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676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00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aims to analyze Netflix's dataset to understand patterns and trends such as: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0722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Distribution of Movies and TV Shows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Popular Genres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Growth of Netflix content over the years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988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Top content-producing countries and directors.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4659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089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Name: Netflix Titles Dataset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511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Kaggle (https://www.kaggle.com/datasets/shivamb/netflix-shows)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2933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dataset includes: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355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Show ID, Title, Type (Movie/TV Show)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1777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Director, Cast, Country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6199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Release Year, Rating, Duration, and Listed Genres.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676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Cleaning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00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Steps performed: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0722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Removed missing values using fillna().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Converted 'date_added' column to datetime format.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Handled duplicate and null data.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988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Prepared cleaned dataset for visualization.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88788"/>
            <a:ext cx="5740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Movies vs TV Shows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511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933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Netflix contains more Movies than TV Shows.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355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Movies form about 70% of the total content.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777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Indicates Netflix's library is mainly focused on movies.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09888"/>
            <a:ext cx="67134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10 Genres on Netflix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722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Most popular genres include International Movies, Dramas, and Comedies.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Reflects Netflix's global audience and interest in drama-rich content.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88788"/>
            <a:ext cx="105477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Netflix Content Growth Over the Years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511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933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Minimal releases before 2015.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355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Rapid growth after 2016, peaking around 2018–2020.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777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Indicates Netflix's global expansion and increase in original content.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88788"/>
            <a:ext cx="99877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10 Content Producing Countries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511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933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The United States leads in content production.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355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India and the United Kingdom follow closely.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777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Shows Netflix's regional diversification and global reach.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88788"/>
            <a:ext cx="90360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10 Directors with Most Titles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511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933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Rajiv Chilaka, Raúl Campos, and Jan Suter are among top directors.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355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They primarily produce animated and children's content.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777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Shows Netflix's diverse content strategy.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676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Insights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00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Movies dominate Netflix's catalog.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0722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Dramas and International Movies are most popular.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Major growth phase: 2016–2020.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US, India, and UK are top producers.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988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Rajiv Chilaka and others lead direction count.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0988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722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Netflix Data Analysis reveals how the platform expanded globally after 2015.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focuses on movies and diverse genres, appealing to an international audience.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analysis provides a clear view of Netflix's content strategy and evolution.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309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933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Abhishek Verma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7355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BCA, Shri Ramswaroop Memorial University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2025-11-08T11:21:00Z</dcterms:created>
  <dcterms:modified xsi:type="dcterms:W3CDTF">2025-11-08T11:21:00Z</dcterms:modified>
</cp:coreProperties>
</file>